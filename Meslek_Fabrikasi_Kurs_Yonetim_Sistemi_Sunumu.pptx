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85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09F3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3B0"/>
                </a:solidFill>
              </a:rPr>
              <a:t>YÖNETİCİ BİLGİLENDİRME VE PROJE SUNUMU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Meslek Fabrikası Dijital Kurs, Müfredat ve Resmi Evrak Yönetim Sistemi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Eğitim Süreçlerinde Uçtan Uca Dijital Dönüşüm, Kurumsal Standartlaşma, Mobil Yoklama Ergonomisi ve Canlı Denetim Platformu (MEFPORTAL)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2560320" cy="914400"/>
          </a:xfrm>
          <a:prstGeom prst="roundRect">
            <a:avLst/>
          </a:prstGeom>
          <a:solidFill>
            <a:srgbClr val="233B43"/>
          </a:solidFill>
          <a:ln w="12700">
            <a:solidFill>
              <a:srgbClr val="335C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3B0"/>
                </a:solidFill>
              </a:rPr>
              <a:t>%100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Otomatik Resmi Evrak ve Ders Defteri Üretimi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3794760"/>
            <a:ext cx="2560320" cy="914400"/>
          </a:xfrm>
          <a:prstGeom prst="roundRect">
            <a:avLst/>
          </a:prstGeom>
          <a:solidFill>
            <a:srgbClr val="233B43"/>
          </a:solidFill>
          <a:ln w="12700">
            <a:solidFill>
              <a:srgbClr val="335C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886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3B0"/>
                </a:solidFill>
              </a:rPr>
              <a:t>Mobil + Web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Sınıfta Cep Telefonundan Tek Dokunuşla Yoklama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2560320" cy="914400"/>
          </a:xfrm>
          <a:prstGeom prst="roundRect">
            <a:avLst/>
          </a:prstGeom>
          <a:solidFill>
            <a:srgbClr val="233B43"/>
          </a:solidFill>
          <a:ln w="12700">
            <a:solidFill>
              <a:srgbClr val="335C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937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3B0"/>
                </a:solidFill>
              </a:rPr>
              <a:t>4 Katmanlı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5257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Kurumsal Rol, Yetki ve Denetim Mimarisi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4846320"/>
            <a:ext cx="2560320" cy="914400"/>
          </a:xfrm>
          <a:prstGeom prst="roundRect">
            <a:avLst/>
          </a:prstGeom>
          <a:solidFill>
            <a:srgbClr val="233B43"/>
          </a:solidFill>
          <a:ln w="12700">
            <a:solidFill>
              <a:srgbClr val="335C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4937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3B0"/>
                </a:solidFill>
              </a:rPr>
              <a:t>KVKK Tam Uyum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5257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Veri Maskeleme, Doğrulama ve Bulut Senkronizasyonu</a:t>
            </a:r>
            <a:endParaRPr lang="en-US" sz="950" dirty="0"/>
          </a:p>
        </p:txBody>
      </p:sp>
      <p:pic>
        <p:nvPicPr>
          <p:cNvPr id="18" name="Image 0" descr="c:\Users\Asus PC\Desktop\Kurs Sonu\sunum_gorseller\03_teach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05840"/>
            <a:ext cx="5669280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1. MEVCUT DURUM ANALİZİ VE İHTİYAÇ   |   Slayt 2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Neden Dijital Bir Kurs Yönetim Sistemine İhtiyaç Duyuldu?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Çok merkezli mesleki eğitim operasyonlarında manuel dosya, Excel ve Word şablonlarıyla yürütülen süreçlerin yarattığı iş yükü ve hata risklerinin ortadan kaldırılması.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00" cy="493776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EC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239"/>
                </a:solidFill>
              </a:rPr>
              <a:t>Geleneksel (Manuel) Süreçteki Zorluklar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Farklı kurs merkezlerinde birbirinden farklı formatlarda hazırlanan Word/Excel evrakları ve tipografi uyumsuzlukları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Kurs açılış/bitiş tarihlerinin resmi tatiller ve ders günleriyle manuel eşleştirilmesi sırasında yaşanan takvim hataları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MEB 1/5 devamsızlık sınırının, kursu bırakan veya hiç gelmeyen kursiyerlerin manuel hesaplanmasından doğan hatalar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Eğitim sorumlularının kurs durumunu, başarı oranlarını ve evrakları denetlemek için fiziki dosya beklemek zorunda kalması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Atölye ve sınıf ortamında kağıt listelerle yoklama alınması ve verilerin sonradan tekrar bilgisayara geçirilmesi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486400" cy="49377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F46"/>
                </a:solidFill>
              </a:rPr>
              <a:t>MEFPORTAL İle Gelen Dijital Çözüm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Tüm kurs merkezlerinde tek bir resmi kalemden çıkmış gibi %100 standart A4 resmi evrak ve Türkçe tipografi motoru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Resmi tatil ve ders yapılmayan günleri otomatik düşerek saatlik ders defterini ve bitiş tarihini anında hesaplayan akıllı takvim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MEB 1/5 devamsızlık kuralını, sınav barajını (50 puan) ve kurs sonu karar durumunu sıfır hatayla hesaplayan algoritma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Eğitim sorumluları ve birim amirleri için tüm merkezleri, branşları ve eğitmenleri canlı grafiklerle izleyen denetim paneli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• Mobil öncelikli tasarım sayesinde eğitmenlerin sınıfta cep telefonundan saniyeler içinde yoklama ve not girebilmesi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2. KURUMSAL MİMARİ VE GÜVENLİK   |   Slayt 3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Rol Bazlı Yetkilendirme, Mobil Uyum ve KVKK Güvenliği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Her kullanıcı yalnızca kendi görev alanına giren ekranlara erişir; tüm kişisel veriler 6698 sayılı KVKK standartlarında korunur.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749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270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1. 4 Katmanlı Kurumsal Rol Yapısı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Eğitmen, Zümre Başkanı, Eğitim Sorumlusu ve Sistem Yöneticisi (Geliştirici / Birim Amiri) rolleriyle net görev ayrımı.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749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35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2. 6698 Sayılı KVKK Tam Uyumu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T.C. Kimlik numaraları ekranda otomatik maskelenir (10*******46), resmi 11 hane algoritmasıyla doğrulanır ve taahhütname onayı ile kayıt altına alınır.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37490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544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3. Masaüstü ve Cep Telefonu Ergonomisi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846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Giriş ekranından itibaren telefon ekranlarına özel önceliklendirilmiş (Mobile-First) arayüz ve hızlı erişim mimarisi.</a:t>
            </a:r>
            <a:endParaRPr lang="en-US" sz="1000" dirty="0"/>
          </a:p>
        </p:txBody>
      </p:sp>
      <p:pic>
        <p:nvPicPr>
          <p:cNvPr id="15" name="Image 0" descr="c:\Users\Asus PC\Desktop\Kurs Sonu\sunum_gorseller\01_login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08760"/>
            <a:ext cx="5212080" cy="3255264"/>
          </a:xfrm>
          <a:prstGeom prst="rect">
            <a:avLst/>
          </a:prstGeom>
        </p:spPr>
      </p:pic>
      <p:pic>
        <p:nvPicPr>
          <p:cNvPr id="16" name="Image 1" descr="c:\Users\Asus PC\Desktop\Kurs Sonu\sunum_gorseller\02_login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1417320"/>
            <a:ext cx="196596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3. MERKEZİ YÖNETİM VE STANDARTLAŞMA   |   Slayt 4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Kurs Merkezleri, Branşlar ve Standart Müfredat Havuzu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Meslek Fabrikası bünyesindeki tüm kurs merkezleri, branşlar ve saatlik ders müfredatları merkezi olarak tanımlanır ve standartlaştırılır.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32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5C67"/>
                </a:solidFill>
              </a:rPr>
              <a:t>1. Çoklu Kurs Merkezi Yönetimi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</a:rPr>
              <a:t>Halkapınar, Çamdibi, Buca, Karabağlar, Bayraklı gibi tüm merkezler ve atölyeler sisteme tanımlanır.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532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447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5C67"/>
                </a:solidFill>
              </a:rPr>
              <a:t>2. Standart Müfredat Şablonları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1719072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</a:rPr>
              <a:t>Zümre başkanları ve yöneticiler tarafından hazırlanan saatlik ders planları şablon havuzuna eklenir; eğitmenler kurs açarken müfredatı tek tıkla yükler.</a:t>
            </a:r>
            <a:endParaRPr lang="en-US" sz="980" dirty="0"/>
          </a:p>
        </p:txBody>
      </p:sp>
      <p:pic>
        <p:nvPicPr>
          <p:cNvPr id="12" name="Image 0" descr="c:\Users\Asus PC\Desktop\Kurs Sonu\sunum_gorseller\13_admin_cen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532120" cy="3456432"/>
          </a:xfrm>
          <a:prstGeom prst="rect">
            <a:avLst/>
          </a:prstGeom>
        </p:spPr>
      </p:pic>
      <p:pic>
        <p:nvPicPr>
          <p:cNvPr id="13" name="Image 1" descr="c:\Users\Asus PC\Desktop\Kurs Sonu\sunum_gorseller\12_admin_templ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14600"/>
            <a:ext cx="55321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4. EĞİTMEN ÇALIŞMA ALANI   |   Slayt 5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Eğitmen Paneli: Tüm Kurslar ve İstatistikler Tek Ekranda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Eğitmenler aktif ve tamamlanan kurslarını, kursiyer sayılarını, ders günlerini ve resmi tatil bilgilerini tek bakışta yönetir.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1. Hızlı Kurs Açılışı ve Şablon Seçimi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Eğitmen kendi branşına ait hazır şablonu seçtiğinde toplam saat, modüller ve saatlik konular otomatik olarak kursa aktarılır.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2. Gelişmiş Filtreleme ve Arama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900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Merkez, branş, eğitmen, belge türü ve başlangıç tarihine göre anlık filtreleme.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22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3. Boş Resmi Evrak Şablonları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İhtiyaç halinde sahada kullanılmak üzere boş resmi tutanak ve çizelgelerin tek tıkla yazdırılması.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5038344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1297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4. Sade ve Vurgulu UI/UX Tasarımı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40410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Mükerrer butonlardan arındırılmış, birincil aksiyonların ("Yeni Kurs Ekle") öne çıkarıldığı kullanıcı dostu arayüz.</a:t>
            </a:r>
            <a:endParaRPr lang="en-US" sz="1000" dirty="0"/>
          </a:p>
        </p:txBody>
      </p:sp>
      <p:pic>
        <p:nvPicPr>
          <p:cNvPr id="18" name="Image 0" descr="c:\Users\Asus PC\Desktop\Kurs Sonu\sunum_gorseller\03_teach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17320"/>
            <a:ext cx="7086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5. AKILLI TAKVİM VE MÜFREDAT MOTORU   |   Slayt 6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Saatlik Ders Planı ve Resmi Tatil / İzin Otomasyonu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Kursun haftalık ders günleri ve günlük ders saatine göre tüm eğitim takvimi saniyeler içinde otomatik oluşturulur.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1. Resmi Tatil ve Ders Dışı Gün Yönetimi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Resmi tatiller, bakım günleri veya eğitmen izinleri işaretlendiğinde o günler ders saatinden sayılmaz ve kurs bitiş tarihi otomatik ötelenir.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2. Saatlik Konu Düzenleme &amp; Toplu Yapıştırma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900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Her ders saati için anlatılan konular tek tek veya Word/Excel listesinden toplu yapıştırılarak düzenlenebilir.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22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3. Resmi Ders Defteri Entegrasyonu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Burada tanımlanan her ders saati ve konu, kurs sonunda üretilen "Resmi Ders Defteri" evrakına tarih ve saatleriyle otomatik basılır.</a:t>
            </a:r>
            <a:endParaRPr lang="en-US" sz="1000" dirty="0"/>
          </a:p>
        </p:txBody>
      </p:sp>
      <p:pic>
        <p:nvPicPr>
          <p:cNvPr id="15" name="Image 0" descr="c:\Users\Asus PC\Desktop\Kurs Sonu\sunum_gorseller\04_course_syllab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17320"/>
            <a:ext cx="7086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6. KURSİYER YÖNETİMİ VE VERİ KALİTESİ   |   Slayt 7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Toplu Kursiyer Aktarımı ve Türkçe Tipografi Motoru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Kursiyer listeleri Excel veya e-Yaygın formatından saniyeler içinde aktarılır; tüm isimler resmi evrak standardına otomatik dönüştürülür.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1. Excel İle Toplu Yükleme &amp; Dışa Aktarım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Onlarca kursiyeri tek tek yazmak yerine Excel tablosundan veya kopyala-yapıştır ile saniyeler içinde kursa ekleme.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2. Otomatik Türkçe Tipografi Motoru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900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Kullanıcı nasıl yazarsa yazsın kursiyer adları otomatik olarak "Ad SOYAD" (Örn: Ayşe Gül ŞAHİN) formatına çevrilir; tüm resmi evraklar kusursuz görünür.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22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3. Canlı Durum Özeti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Her kursiyerin toplam devamsızlık saati, modül sınav ortalaması ve nihai kurs sonu kararı ("Başarılı", "Devamsız", "Hiç Gelmedi") tabloda canlı izlenir.</a:t>
            </a:r>
            <a:endParaRPr lang="en-US" sz="1000" dirty="0"/>
          </a:p>
        </p:txBody>
      </p:sp>
      <p:pic>
        <p:nvPicPr>
          <p:cNvPr id="15" name="Image 0" descr="c:\Users\Asus PC\Desktop\Kurs Sonu\sunum_gorseller\05_course_stu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17320"/>
            <a:ext cx="7086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7. DEVAMSIZLIK VE MEB 1/5 KURALI OTOMASYONU   |   Slayt 8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Günlük Yoklama, Kursu Bırakan ve Hiç Gelmeyen Kursiyer Takibi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MEB yönetmeliğindeki 1/5 devamsızlık sınırı sistem tarafından anlık hesaplanır; sınırı aşan kursiyerler otomatik olarak "Devamsız" statüsüne alınır.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1. Otomatik 1/5 Yasal Sınır Hesabı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Örneğin 40 saatlik bir kursta 8 saatlik (1/5) yasal devamsızlık sınırı otomatik belirlenir; kalan hak saat bazında gösterilir.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2. "Tümünü Geldi İşaretle" Kolaylığı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900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Tek tıkla o günkü tüm kursiyerler tam katılımlı (0 saat devamsız) olarak işaretlenir; yalnızca gelmeyenler seçilir.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22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3. "Sonrasını Devamsız Gir" ve "Hiç Gelmedi"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Kursu yarıda bırakan kursiyerin kalan tüm günleri veya kursa hiç başlamayan kursiyerin tüm kurs süresi tek tıkla resmi tutanaklara uygun işlenir.</a:t>
            </a:r>
            <a:endParaRPr lang="en-US" sz="1000" dirty="0"/>
          </a:p>
        </p:txBody>
      </p:sp>
      <p:pic>
        <p:nvPicPr>
          <p:cNvPr id="15" name="Image 0" descr="c:\Users\Asus PC\Desktop\Kurs Sonu\sunum_gorseller\06_attendance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17320"/>
            <a:ext cx="7086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8. MOBİL ÖNCELİKLİ (TELEFON İLE) KULLANIM   |   Slayt 9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Sınıfta ve Atölyede Cep Telefonundan Tek Dokunuşla Yoklama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Eğitmenler atölyede bilgisayar açmaya gerek duymadan, cep telefonlarından "Hızlı Kart Yoklama Modu" ile saniyeler içinde yoklama alır.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270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1. Telefon Ekranında Otomatik Kart Görünümü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Sistem cep telefonu ekranından girildiğini otomatik algılar ve yatay kaydırma gerektiren tablo yerine dokunmatik "Yoklama Kartları"nı açar.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572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3580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2. Tek Parmakla Hızlı İşaretleme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Her kursiyer kartında bulunan geniş "✓ Geldi (0 Sa)" ve "✕ Yok (4 Sa)" butonları ile hatasız ve hızlı veri girişi.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4572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54456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3. Kompakt Tek Satır Tarih Gezgini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8463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Ders günleri arasında ileri/geri oklarla veya açılır listeden tek dokunuşla geçiş ve anlık bulut kaydı.</a:t>
            </a:r>
            <a:endParaRPr lang="en-US" sz="1050" dirty="0"/>
          </a:p>
        </p:txBody>
      </p:sp>
      <p:pic>
        <p:nvPicPr>
          <p:cNvPr id="15" name="Image 0" descr="c:\Users\Asus PC\Desktop\Kurs Sonu\sunum_gorseller\02_login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600"/>
            <a:ext cx="2286000" cy="4937760"/>
          </a:xfrm>
          <a:prstGeom prst="rect">
            <a:avLst/>
          </a:prstGeom>
        </p:spPr>
      </p:pic>
      <p:pic>
        <p:nvPicPr>
          <p:cNvPr id="16" name="Image 1" descr="c:\Users\Asus PC\Desktop\Kurs Sonu\sunum_gorseller\07_attendance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0" y="1371600"/>
            <a:ext cx="22860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9. ÖLÇME VE DEĞERLENDİRME MODÜLÜ   |   Slayt 10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Modül Sınavları, Otomatik Kilit ve Başarı Hesaplama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Modül sınav tarihleri ders planına göre otomatik belirlenir; devamsızlıktan kalan kursiyerlere sehven not girilmesi sistem tarafından engellenir.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1. Otomatik Sınav Takvimi Eşleştirmesi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Her modülün sınav tarihi ve saati, müfredat planındaki son ders saatlerine göre otomatik hesaplanır.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2. Akıllı Not Giriş Kilidi ("Giremez")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900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Devamsızlık sınırını aşan veya kursa hiç gelmeyen kursiyerlerin sınav kutucukları otomatik kilitlenir; idari hata yapılması önlenir.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22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3. Klavye Ergonomisi ve Otomatik Ortalama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Enter veya yön tuşlarıyla alt satıra hızlı geçiş; 50 ve üzeri puan alanların otomatik "Başarılı" olarak tescillenmesi.</a:t>
            </a:r>
            <a:endParaRPr lang="en-US" sz="1000" dirty="0"/>
          </a:p>
        </p:txBody>
      </p:sp>
      <p:pic>
        <p:nvPicPr>
          <p:cNvPr id="15" name="Image 0" descr="c:\Users\Asus PC\Desktop\Kurs Sonu\sunum_gorseller\08_course_ex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17320"/>
            <a:ext cx="7086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10. RESMİ EVRAK OTOMASYONU   |   Slayt 11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Açılış ve Kurs Sonu Resmi Evraklarının Tek Tıkla Üretimi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Saatler süren evrak hazırlama işlemi saniyelere iner; tüm belgeler imza blokları, mühür alanları ve resmi A4 mizanpajıyla yazdırmaya hazır üretilir.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32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5C67"/>
                </a:solidFill>
              </a:rPr>
              <a:t>1. Kurs Açılış Evrakları (3 Resmi Belge)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</a:rPr>
              <a:t>Kurs Planı ve Müfredat Programı, Kursiyer Kayıt &amp; Açılış Listesi ve Günlük İmza Sirküleri tek tıkla yazdırılır.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532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447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5C67"/>
                </a:solidFill>
              </a:rPr>
              <a:t>2. Kurs Sonu Kapanış Evrakları (3 Ana Döküm)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1719072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</a:rPr>
              <a:t>Kursiyer Karar Durumu Tutanağı, Resmi Yoklama Cetveli &amp; Saatlik Ders Defteri ve Modül Değerlendirme Çizelgesi otomatik hazırlanır.</a:t>
            </a:r>
            <a:endParaRPr lang="en-US" sz="980" dirty="0"/>
          </a:p>
        </p:txBody>
      </p:sp>
      <p:pic>
        <p:nvPicPr>
          <p:cNvPr id="12" name="Image 0" descr="c:\Users\Asus PC\Desktop\Kurs Sonu\sunum_gorseller\09_opening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532120" cy="3456432"/>
          </a:xfrm>
          <a:prstGeom prst="rect">
            <a:avLst/>
          </a:prstGeom>
        </p:spPr>
      </p:pic>
      <p:pic>
        <p:nvPicPr>
          <p:cNvPr id="13" name="Image 1" descr="c:\Users\Asus PC\Desktop\Kurs Sonu\sunum_gorseller\10_closing_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514600"/>
            <a:ext cx="5532120" cy="34564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11. YÖNETİCİ VE EĞİTİM SORUMLUSU DENETİM PANELİ   |   Slayt 12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Canlı Analitik Grafikler ve Uzaktan Evrak Denetimi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Eğitim sorumluları ve yöneticiler tüm merkezlerdeki kurs ve kursiyer hareketlerini canlı grafiklerle izler, evrakları uzaktan denetler.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1. Çok Boyutlu Yönetici Filtreleri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Merkez, branş, ders, eğitmen, kurs durumu (Aktif/Biten) ve zaman periyoduna (Bu Ay, Son 3 Ay, Son 6 Ay, Bu Yıl) göre anlık analiz.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24328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2. 4 Canlı Performans Grafiği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9900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Kursiyer Zaman Grafiği (Kayıt/Başarı/Devamsız), Kurs Zaman Grafiği, Kurs Merkezleri Saat Dağılımı ve Eğitmen Performans Eğrisi.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31336"/>
            <a:ext cx="39319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227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5C67"/>
                </a:solidFill>
              </a:rPr>
              <a:t>3. Fiziki Dosya Beklemeden Denetim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19709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Eğitim sorumlusu listedeki herhangi bir kursun içine girerek yoklama, sınav ve resmi evraklarını anında inceleyebilir ve yazdırabilir.</a:t>
            </a:r>
            <a:endParaRPr lang="en-US" sz="1000" dirty="0"/>
          </a:p>
        </p:txBody>
      </p:sp>
      <p:pic>
        <p:nvPicPr>
          <p:cNvPr id="15" name="Image 0" descr="c:\Users\Asus PC\Desktop\Kurs Sonu\sunum_gorseller\11_superviso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17320"/>
            <a:ext cx="708660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12. GENİŞLETİLEBİLİRLİK VE GELECEK YOL HARİTASI   |   Slayt 13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Meslek Fabrikası İçin Modüler Genişleme Vizyonu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Esnek ve modern web mimarisi sayesinde sistem, Meslek Fabrikası'nın gelecekteki tüm dijital ihtiyaçlarına hızla entegre olabilecek yapıda tasarlanmıştır.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199" y="1417320"/>
            <a:ext cx="5461907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79" y="1600200"/>
            <a:ext cx="50504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</a:rPr>
              <a:t> • MEVCUT DURUM (HAZIR &amp; AKTİF)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Çekirdek Kurs, Müfredat ve Resmi Evrak Platformu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79" y="2514600"/>
            <a:ext cx="4699363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Çok merkezli kurs, branş ve standart müfredat şablon havuzu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Mobil Hızlı Kart Yoklama ve MEB 1/5 devamsızlık otomasyonu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Modül sınavları ve otomatik başarı kararı hesaplama motoru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Açılış ve kurs sonu resmi A4 evraklarının tek tıkla üretimi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• Eğitim Sorumlusu analitik grafik ve uzaktan denetim paneli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896" y="1417320"/>
            <a:ext cx="5385704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15" name="Text 13"/>
          <p:cNvSpPr/>
          <p:nvPr/>
        </p:nvSpPr>
        <p:spPr>
          <a:xfrm>
            <a:off x="6792686" y="1600200"/>
            <a:ext cx="46830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2D12"/>
                </a:solidFill>
              </a:rPr>
              <a:t>• ORTA &amp; UZUN VADELİ STRATEJİK ENTEGRASYON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92686" y="1901952"/>
            <a:ext cx="468303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350" b="1" dirty="0">
                <a:solidFill>
                  <a:srgbClr val="0F172A"/>
                </a:solidFill>
              </a:rPr>
              <a:t>Meslek Fabrikasında ihtiyaç duyulan tüm alanlarda isteklerin projeye dahil edilebilir.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35536" y="2514600"/>
            <a:ext cx="4740184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35C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35C67"/>
                </a:solidFill>
              </a:rPr>
              <a:t>13. SONUÇ VE KURUMSAL KAZANIMLAR   |   Slayt 14 / 14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Meslek Fabrikası'na Sağlayacağı Stratejik Değer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MEFPORTAL, Meslek Fabrikası'nın eğitim kalitesini ve kurumsal hafızasını güçlendiren, sıfır lisans maliyetli ve tamamen kurum ihtiyaçlarına göre özelleştirilebilir yerli bir çözümdür.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7004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8308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5C67"/>
                </a:solidFill>
              </a:rPr>
              <a:t>%85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Zaman Tasarrufu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Eğitmenlerin ve sorumluların evrak hazırlama, kontrol ve arşivleme sürelerinde azalma.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508760"/>
            <a:ext cx="267004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78308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5C67"/>
                </a:solidFill>
              </a:rPr>
              <a:t>%100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47288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Kurumsal Standart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47288" y="297180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Tüm kurs merkezlerinde aynı kalitede, hatasız ve tek tip resmi evrak üretimi.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508760"/>
            <a:ext cx="267004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78308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5C67"/>
                </a:solidFill>
              </a:rPr>
              <a:t>Sıfır Hata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0216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Yönetmelik Uyumu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0216" y="297180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Devamsızlık (1/5), resmi tatil, ders saati ve sınav barajı hesaplamalarında tam doğruluk.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15984" y="1508760"/>
            <a:ext cx="2670048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53144" y="1783080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35C67"/>
                </a:solidFill>
              </a:rPr>
              <a:t>7/24 Canlı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153144" y="2514600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Şeffaf Denetim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53144" y="2971800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</a:rPr>
              <a:t>Yöneticiler için tüm merkezlerin performansını anlık grafiklerle izleme imkanı.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" y="4892040"/>
            <a:ext cx="11247120" cy="1371600"/>
          </a:xfrm>
          <a:prstGeom prst="roundRect">
            <a:avLst/>
          </a:prstGeom>
          <a:solidFill>
            <a:srgbClr val="1D353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04748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3B0"/>
                </a:solidFill>
              </a:rPr>
              <a:t>Meslek Fabrikası İçin Bugün Kullanıma Hazır, Yarın İçin Genişletilebilir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</a:rPr>
              <a:t>Canlı Erişim: https://mefportal.vercel.app/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1776</Words>
  <Application>Microsoft Office PowerPoint</Application>
  <PresentationFormat>Geniş ekran</PresentationFormat>
  <Paragraphs>169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İzmir Büyükşehir Belediyesi Meslek Fabrikası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Meslek Fabrikası Dijital Kurs, Müfredat ve Resmi Evrak Yönetim Sistemi (MEFPORTAL)</dc:title>
  <dc:subject>PptxGenJS Presentation</dc:subject>
  <dc:creator>Önder ALTINTAŞ</dc:creator>
  <cp:lastModifiedBy>alper.ata@windowslive.com</cp:lastModifiedBy>
  <cp:revision>4</cp:revision>
  <dcterms:created xsi:type="dcterms:W3CDTF">2026-10-19T13:03:08Z</dcterms:created>
  <dcterms:modified xsi:type="dcterms:W3CDTF">2026-10-19T14:13:31Z</dcterms:modified>
</cp:coreProperties>
</file>